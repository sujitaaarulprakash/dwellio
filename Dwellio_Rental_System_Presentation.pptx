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5B4FC"/>
                </a:solidFill>
              </a:defRPr>
            </a:pPr>
            <a:r>
              <a:t>FULL-STACK WEB APPLICATION • MERN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Dwellio – Rental Management System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 Multi-Tenant Property Operations Platform with Real-Time Inquiries, Automated Ledgers, Digital Rent Payments, and Maintenance Ticketing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23317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4F46E5"/>
                </a:solidFill>
              </a:defRPr>
            </a:pPr>
            <a:r>
              <a:t>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MongoDB • Express • React •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48456" y="3931920"/>
            <a:ext cx="23317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4F46E5"/>
                </a:solidFill>
              </a:defRPr>
            </a:pPr>
            <a:r>
              <a:t>STAKEHOLDERS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Tenants • Owners • System Admins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931920"/>
            <a:ext cx="23317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4F46E5"/>
                </a:solidFill>
              </a:defRPr>
            </a:pPr>
            <a:r>
              <a:t>SECURITY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JWT Auth • Bcrypt • Strict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50808" y="3931920"/>
            <a:ext cx="233172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4F46E5"/>
                </a:solidFill>
              </a:defRPr>
            </a:pPr>
            <a:r>
              <a:t>STATUS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Production Ready • Seeded &amp;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Comprehensive Technical Project Defense &amp; Architectural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CONTEXT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Traditional Rental Management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Fragmented, informal workflows cause high operational overhead, lost revenue, and tenant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1. Disconnected Operations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Landlords juggle properties across paper leases, chat apps, and disparate spreadsheets.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Rental inquiries often get buried or overlooked across SMS and personal email channels.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Zero centralized audit trail for property status (available, rented, under repair).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Multiple data silos prevent holistic visibility over multi-unit real estate portfolios.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2. Opaque Financial Ledgers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Tenants lack an automated, self-service ledger of past transactions and upcoming dues.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Landlords perform manual reconciliation for bank transfers and cash handoffs.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Disputes arise regarding security deposit balances and move-in/move-out financial dues.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No instantaneous receipt generation or verifiable digital proof of payment.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3. Unstructured Maintenance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Emergency complaints (water leaks, HVAC failures) are reported via chaotic phone calls.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No priority categorization (Low, Medium, High, Emergency) leads to delayed triage.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Contractor updates and resolution timelines remain completely invisible to tenants.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Accountability lapses leave properties vulnerable to worsening physical asset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SYSTEM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Dwellio: An Integrated Property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unified MERN web application bridging Tenants, Property Owners, and System Administrators.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Pillar I: Seamless Discovery &amp; Leasing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Dynamic real-time search engine with filters for city, price, type, and amenities.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One-click application submission with move-in dates and message to landlord.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Automated landlord review flow with single-click lease binding.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Property occupancy state switches dynamically across the entire platform upon lease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Pillar II: Digital Financials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In-app simulated checkout modal supporting card, UPI, and bank transfer flows.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Automated payment record generation with unique transaction tracking IDs.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Immediate PDF-style print and download invoice capabilities for rent receipts.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Dual-sided revenue visibility: Tenants see their receipts; Owners track monthly cashflow.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Pillar III: Real-Time Maintenance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Categorized ticketing engine for plumbing, electrical, carpentry, HVAC, and appliances.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Color-coded urgency filters (Low, Medium, High, Emergency) for expedited triage.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Status pipeline lifecycle: Pending Review -&gt; In Progress -&gt; Resolved.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Complete transparency keeping tenants, landlords, and administrators in 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Decoupled 3-Tier 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Built strictly with standard MERN open-source technologies without external third-party 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865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075687"/>
            <a:ext cx="2194560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7D2FE"/>
                </a:solidFill>
              </a:defRPr>
            </a:pPr>
            <a:r>
              <a:t>CLIENT LAYER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Frontend Single Page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39111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Technologies: React 18 • Vite • React Router v6 • Recharts • Lucide React • Pure CSS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Modular component architecture with AuthContext state, responsive SaaS styling, centralized Axios API client with automatic JWT Bearer token request interceptor.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39"/>
            <a:ext cx="1072865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493007"/>
            <a:ext cx="2194560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7D2FE"/>
                </a:solidFill>
              </a:defRPr>
            </a:pPr>
            <a:r>
              <a:t>APPLICATION LAYER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RESTful API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56431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Technologies: Node.js • Express.js • JWT • Bcrypt • Multer • Dotenv • CORS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Stateless controller-based REST API with route guards, role authorization middleware, centralized error handling, and robust multi-part file upload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59"/>
            <a:ext cx="1072865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910327"/>
            <a:ext cx="2194560" cy="8229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7D2FE"/>
                </a:solidFill>
              </a:defRPr>
            </a:pPr>
            <a:r>
              <a:t>DATA LAYER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Document Database &amp;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73751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Technologies: MongoDB 7.x • Mongoose ODM • Local Disk Asset Pipeline (/uploads)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High-performance NoSQL document store with relational references (populate), schema validations, pre-save cryptographic hooks, and structured file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SECURITY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Multi-Role Stakeholder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Granular access control enforcing strict privilege separation between Tenants, Owners, and Admins.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Tenant Role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Public &amp; Protected Property Catalog: Filter listings, view high-res photos &amp; amenities.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Rental Applications: Submit tenancy proposals with custom move-in notes.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Rent Payments: Complete simulated rent transactions and generate downloadable receipts.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Maintenance Tickets: File repair complaints with priority tags and monitor resolution.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Reviews: Submit rating &amp; feedback on verified properties and landlords.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Property Owner Role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Listing Management: Add, update, and manage property assets with multi-image upload.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Application Review: Vet incoming tenant requests; one-click Approve or Reject.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Automatic Lease Binding: Approving a request marks property as rented and binds tenant.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Financial Overview: Review paid rent receipts, track total income, and monitor occupant names.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Work Orders: Triage maintenance tickets specific to their managed properties.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System Administrator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Executive Dashboard: Real-time KPIs for platform GMV, active listings, and user counts.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User Directory: Moderation of all registered accounts (tenants, owners, admins).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Property Governance: Complete oversight and ability to remove or edit any listing.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Dispute Mediation: Platform-wide access to all maintenance tickets and rental disputes.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System Analytics: Visual Recharts breakdown of revenue trends and property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DATA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Mongoose Schemas &amp; Relational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Normalized document schemas with cross-collection ObjectId referencing and population.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User &amp; Property Entities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User Schema: name, email (unique index), password (bcrypt hash), role ('tenant' | 'owner' | 'admin'), phone, avatar, timestamps.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Property Schema: title, description, address, city, rentAmount, depositAmount, propertyType ('Apartment' | 'House' | 'Studio' | 'Villa'), bedrooms, bathrooms, areaSqFt, amenities, photos[], owner (ref: User), status ('available' | 'rented').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74519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103119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RentalRequest &amp; RentPayment Entities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RentalRequest Schema: property (ref: Property), tenant (ref: User), owner (ref: User), status ('pending' | 'approved' | 'rejected'), moveInDate, message, leaseMonths.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RentPayment Schema: property (ref: Property), tenant (ref: User), owner (ref: User), amount, paymentDate, paymentMethod ('card' | 'upi' | 'bank_transfer'), status ('paid' | 'pending'), transactionId, invoiceNumber.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MaintenanceRequest Entity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MaintenanceRequest Schema: property (ref: Property), tenant (ref: User), owner (ref: User), title, description, category ('plumbing' | 'electrical' | 'carpentry' | 'hvac' | 'appliance' | 'other'), priority ('low' | 'medium' | 'high' | 'emergency'), status ('pending' | 'in_progress' | 'resolved'), resolutionNotes.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60520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389120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Review &amp; Feedback Entity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Review Schema: property (ref: Property), tenant (ref: User), rating (1 to 5 integer rating), comment (text feedback), timestamps.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Aggregate Metrics: Computes average property ratings dynamically for landing and detail pages to foster trust and credibility.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Tenant Self-Service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Designed for zero-confusion rental discovery, seamless applications, and instant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Smart Discovery Engine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Interactive Filter Bar: Real-time filtering by search text, city, property category, and price.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Property Detail Showcase: Photo gallery carousel, comprehensive amenity list, deposit breakdown, and owner profile card.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Verified Reviews: Displays authentic tenant ratings and commentary on each property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Applications &amp; Active Lease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Digital Application Submission: Date pickers for intended move-in date and personal note to landlord.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Application Status Tracking: Instant badge indicators (Pending, Approved, Rejected) in tenant portal.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Active Lease Card: Highlights current landlord details, monthly rent amount, and active tenancy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Payments &amp; Maintenance Hub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In-App Payment Modal: Choose Card, UPI, or Net Banking; triggers automatic payment ledger entry.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Digital Invoices: Printable and downloadable PDF-style receipts with unique invoice tracking numbers.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Issue Ticketing: File maintenance requests with priority level and monitor live progress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Property Owner &amp; Landlord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Empowering property owners with complete operational visibility and management automation.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Listing Creation &amp; Editing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Multi-Part Form Uploads: Integrated Multer file pipeline for multi-image property showcases.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Structured Listing Specifications: Set rental price, security deposit, square footage, bed/bath count, and amenities checklist.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Availability Toggling: Mark properties as available, rented, or delist them with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Application Vetting &amp; Binding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Incoming Inquiries Queue: Inspect prospective tenant name, contact details, requested move-in date, and notes.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Automated Tenancy Binding: Approving an inquiry instantly associates the tenant with the property.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Automated Conflict Rejection: Prevents duplicate leases and keeps occupancy state synchronized.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Revenue &amp; Work Order Triage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Income Dashboard: Track collected rent amounts, payment dates, and outstanding tenant balances.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Maintenance Resolution: Landlords view repair requests with urgency flags and update status (In Progress -&gt; Resolved).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Tenant Roster: Quick overview of all current occupants across the owner's full portfolio.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PLATFORM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Administrator Control &amp; Visual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Centralized oversight, platform analytics, user moderation, and dispute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Executive Platform KPIs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Financial Analytics: Total platform rent transaction volume and cumulative collections.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Inventory Metrics: Total property listings categorized into Available vs. Rented units.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User Analytics: Total registered accounts categorized into Tenants, Property Owners, and Admins.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Operational Health: Pending maintenance requests and open tenancy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Visual Analytics (Recharts)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Monthly Revenue Bar Charts: Visualizing transaction volume and rental turnover across seasons.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Property Distribution Pie Charts: Breaking down inventory by category (Apartment, House, Studio, Villa).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User Registration Curves: Tracking stakeholder onboarding and community growth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Moderation &amp; Dispute Oversight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User Management Table: Inspect, edit, or deactivate accounts violating platform standards.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Global Listing Moderation: Remove fraudulent listings or edit inaccurate property specifications.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Maintenance Escalation Queue: Intervene in unresolved or prolonged tenant-owner disputes.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SECURITY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Security Architecture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Hardened against vulnerabilities with defense-in-depth design across API and frontend.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Authentication &amp; Cryptography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Stateless JWT Authentication: Digitally signed JSON Web Tokens carrying user ID and role with 7-day expiration.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Bcrypt Password Hashing: Pre-save Mongoose hook with 10 salt rounds ensures no plaintext passwords in database.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Bearer Interceptors: Client-side Axios interceptor attaches Authorization header to all outgoing secure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74519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103119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Route Protection &amp; Authorization (RBAC)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Backend Route Guards: authenticateToken verifies JWT integrity; authorizeRoles restricts endpoints by user role.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Frontend PrivateRoute: React Router guards redirect unauthorized visitors to /login or role dashboards.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Granular Resource Ownership: Landlords can only modify their own properties; tenants can only view their own receipts.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Input Validation &amp; File Sanitization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Mongoose Schema Validation: Strict validation rules for email syntax, positive numeric values, and enum values.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Multer File Filters: Whitelist restricted to JPEG, PNG, and WebP formats with 5MB file-size limits.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Unique Filename Hashing: Date-stamping and randomized suffixes prevent file overwriting and path traversal risks.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60520"/>
            <a:ext cx="5175504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4389120"/>
            <a:ext cx="471830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Error Resilience &amp; Environment Isolation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Centralized Error Handler: Prevents server crashes on uncaught exceptions; returns structured JSON error messages.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Environment Variable Separation: Sensitive keys (JWT_SECRET, MONGO_URI, PORT) isolated in .env configurations.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Clean Build Validation: Client builds cleanly via Vite with 0 syntax or linting errors across 2,300+ modules.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4F46E5"/>
                </a:solidFill>
              </a:defRPr>
            </a:pPr>
            <a:r>
              <a:t>VALIDATION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Verification Results &amp; Ready-to-Test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Fully seeded with realistic real-estate data for immediate turnkey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75504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System Verification Checklist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MongoDB Connection: Verified active on mongodb://127.0.0.1:27017/dwellio.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Database Seeder: Seeded 5 users, 8 properties, 4 rental requests, 4 payment transactions, 4 maintenance complaints, and 4 reviews.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Production Frontend Build: Client built via 'npm run build' with 0 errors (2,326 modules transformed).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API Integration: All REST endpoints validated (Auth, Properties, Rentals, Payments, Complaints, Admin).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Cross-Browser Responsive Design: Tested across desktop (1920x1080), tablet (768px), and mobile (375px) viewports.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74519"/>
            <a:ext cx="5175504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1384" y="2103119"/>
            <a:ext cx="4718304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Turnkey Demo Credentials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SYSTEM ADMINISTRATOR: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Email: admin@dwellio.com  |  Password: admin123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Access: Full governance, system metrics, user &amp; property tables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PROPERTY OWNERS (LANDLORDS):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Email: owner1@dwellio.com  |  Password: owner123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Email: owner2@dwellio.com  |  Password: owner123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Access: Property listings, tenant vetting, revenue ledgers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TENANTS: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Email: tenant1@dwellio.com  |  Password: tenant123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Email: tenant2@dwellio.com  |  Password: tenant123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   • Access: Property search, rental applications, rent payments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3200400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Roadmap &amp;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Dwellio bridges the gap between modern real estate requirements and intuitive web technologies.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19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Phase 1: Payment Gateways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Production integration with Stripe, Razorpay, or PayPal webhook listeners.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Automated monthly recurring billing and automated late fee triggers.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Escrow handling for security deposit holds and condition-based refunds.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103119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Phase 2: Live Chat &amp; Notifs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WebSocket / Socket.io powered instant messaging between tenants and landlords.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Automated SMS and email notifications for lease approvals and invoice receipts.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Real-time maintenance updates pushed directly to the user's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74519"/>
            <a:ext cx="3328416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2103119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Phase 3: Digital Leases &amp; AI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Legal lease contract generation with automated e-signature binding.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AI-assisted rent pricing recommendations based on local real-estate trends.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</a:defRPr>
            </a:pPr>
            <a:r>
              <a:t>•  Native mobile applications for iOS and Android built on React Native.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A5B4FC"/>
                </a:solidFill>
              </a:defRPr>
            </a:pPr>
            <a:r>
              <a:t>CONCLUSION &amp; PROJECT DEFENSE TAKEAWAY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Dwellio provides an end-to-end, production-grade rental ecosystem with complete role isolation, automated lease workflows, and transparent financial tracking—fulfilling all software engineering standards for an enterprise MERN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